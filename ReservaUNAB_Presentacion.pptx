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ReservaUNAB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Reserva de Espacios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Problemática, Solución y Tecnologías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Problemática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 hay un sistema centralizado para reservar espacios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Dificultad para ver la disponibilidad en tiempo real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Proceso manual y confuso para estudiantes y docentes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Falta de filtros para buscar por tipo, capacidad o edificio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Sin historial de reservas ni gestión centralizada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Nuestra Solución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Plataforma web intuitiva y responsiva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83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Sistema de filtros avanzados (tipo, edificio, capacidad, fecha)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Búsqueda en tiempo real de espacios disponibles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Gestión completa de reservas (crear, cancelar, historial)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198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Disponibilidad por bloques horarios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Interfaz amigable con Bootstrap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Principales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Filtros dinámicos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Búsqueda textual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Paginación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Interactividad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 de reserva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reservas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Notificaciones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espacios disponibles • 3 edificios • 13 bloques horarios • Validaciones completas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 Utilizadas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semántica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interactiva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Técnico Completo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63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semántico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099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 con variables CSS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568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mobile-first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" cy="731520"/>
          </a:xfrm>
          <a:prstGeom prst="rect">
            <a:avLst/>
          </a:prstGeom>
          <a:solidFill>
            <a:srgbClr val="F7B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377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JS (sin dependencias externas)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6243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delegation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8712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Filtrado reactivo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291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 framework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5387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Validaciones en cliente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856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Accesibilidad (ARIA)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73152" cy="731520"/>
          </a:xfrm>
          <a:prstGeom prst="rect">
            <a:avLst/>
          </a:prstGeom>
          <a:solidFill>
            <a:srgbClr val="BD10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206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API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44531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serialization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47000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estado local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828800" cy="2286000"/>
          </a:xfrm>
          <a:prstGeom prst="roundRect">
            <a:avLst/>
          </a:prstGeom>
          <a:solidFill>
            <a:srgbClr val="F4E6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645920"/>
            <a:ext cx="1828800" cy="2286000"/>
          </a:xfrm>
          <a:prstGeom prst="roundRect">
            <a:avLst/>
          </a:prstGeom>
          <a:solidFill>
            <a:srgbClr val="F4E6C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Edificios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28800" cy="2286000"/>
          </a:xfrm>
          <a:prstGeom prst="roundRect">
            <a:avLst/>
          </a:prstGeom>
          <a:solidFill>
            <a:srgbClr val="F4E6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Bloques horarios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1645920"/>
            <a:ext cx="1828800" cy="2286000"/>
          </a:xfrm>
          <a:prstGeom prst="roundRect">
            <a:avLst/>
          </a:prstGeom>
          <a:solidFill>
            <a:srgbClr val="F4E6C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ReservaUNAB es una solución moderna, intuitiva y completamente funcional que resuelve la problemática de reserva de espacios mediante una plataforma web responsiva.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51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Mejora la experiencia de usuarios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08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Automatiza el proceso de reserva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66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Proporciona información en tiempo real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233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Utiliza tecnologías modernas y escalables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www.reservaunab.cl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2026-09-07T14:23:23Z</dcterms:created>
  <dcterms:modified xsi:type="dcterms:W3CDTF">2026-09-07T14:23:23Z</dcterms:modified>
</cp:coreProperties>
</file>